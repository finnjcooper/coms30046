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7E9F-CBF8-122C-7080-2C37F9D55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8C9B-8B39-E5E7-D211-81FF0A629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1B810-A56E-E615-BA93-5F3A14173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B56A3-E613-A0EC-DE42-64B1A4A7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5DB2D-4046-CF75-76D2-91553D73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87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D172-1E70-DBE9-B2A9-220F1DEC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EBB9F-E4AC-0D04-DE92-18CE0B67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17138-28D2-E3D5-4C25-C37CC045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1C081-E8D1-4B94-4C13-7B4C5D11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E96BB-4864-DB30-69C0-AD4408E9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74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3E48-3000-D49C-04EA-0AB9581C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0421A-EF83-49A3-E723-0736ED5B0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B0F77-5FA1-D27A-D210-9FBFB576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81344-B2F6-B451-DA81-50AF31F9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F5270-50E9-DB4E-747E-D26F4E53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70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B96A-CBC3-EBAA-5216-EE108E87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CD1D-AFD3-E1E5-54FA-3B567602F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F976D-8623-C353-776D-DC3E33366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DAD6F-0530-27FA-F8F5-7CBF6B08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E2080-C195-AAC5-931F-B9A82622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26271-C49A-852D-2108-702D4FA5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05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0897-4FD9-1354-14FC-15C344C3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48AF9-1963-70D8-0235-4BC94054E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DB6A-AFAC-B667-9DBB-5321A42ED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3641A-7BAA-2B5B-5E4F-6187EE19B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3010D-5D29-EBC7-7727-5E7B62558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26274-266A-183E-6CC5-4BC2B93B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A645F-DA4C-8190-B48A-78C46D36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08389-B05C-E499-9104-2CE2AB21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73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8234-E84E-2784-F5D1-9DB7900F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F3BED-2BB1-A996-9D67-EA281DA0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62B8C-9720-A713-7595-D95D8E78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C0CEA-B165-684C-E328-3B74B0DC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72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361FC-6364-BD04-60C8-AA249CD00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893EB-85E6-AFC9-518A-73CE5E40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FB62A-7D07-17E6-1668-7742E8D9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07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AAF5-5377-C024-430F-6523736A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F312F-0660-5D7D-8E21-FA56D63B0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FEBCC-CCE9-2C4E-D250-755F71356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E32DC-6E16-1918-26B6-BBE9DFFC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99BB2-035A-4B90-7530-DC02E29D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BF2E2-103B-E019-124F-4309E047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1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2E01-AD77-99C1-E11C-BFF3D9F1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02E1A-5340-D031-354F-E6DB691F5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B1AF6-A784-4369-551B-5B9ED91E2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D3B8A-ED43-ADDF-7337-14645F60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04F0C-747B-6961-0619-E3E988FA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C65E4-9D1A-8A80-A86E-406C1157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67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3F1-0BA0-610C-6D1B-55ABAEC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5A68B-80C8-9037-E1A3-C3066D4BA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7409B-0871-4FF4-CBDB-1CAD13C6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BA9DD-939A-1170-2E37-44864576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00F23-6E9E-13C9-892B-CC38C353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44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75844-46EE-0E8E-6893-47B0ED227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965BC-EEFA-C26E-B58A-14F2702C3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48439-CF19-5F69-2E0F-0DE1763B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830B-76A8-22E6-75B9-0BFB52ED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8A7E1-FBEA-5B84-31E5-B359711A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502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28C80-0324-FB92-F44A-86141961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A3163-012D-C684-8BB6-985CA6996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D5213-5576-A705-B431-9831FE242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4AB88-BAA2-4276-99E4-80A46FBCDFE6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F0583-9378-81C7-38B9-EBE7DB8C9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BE703-5141-A74E-B56A-3068C20B4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CB984-3BAB-47DD-BF61-B8CFA177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9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301B-85E8-9A2B-FCEE-E7743E51C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/>
              <a:t>RISC-V Pipelined Scalar Simulator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7117-3F58-EE29-B86E-4A2C89214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Finn Cooper – sd22404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243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63A5-370F-27ED-0B50-F7AB184A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Microarchitecture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DF95F3-93A1-08FB-97C6-EF602AA7E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192" y="2141537"/>
            <a:ext cx="7813615" cy="4351338"/>
          </a:xfrm>
        </p:spPr>
      </p:pic>
    </p:spTree>
    <p:extLst>
      <p:ext uri="{BB962C8B-B14F-4D97-AF65-F5344CB8AC3E}">
        <p14:creationId xmlns:p14="http://schemas.microsoft.com/office/powerpoint/2010/main" val="276546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FFF0-4C76-DEE0-4D97-F41A22DD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E6B96-7F03-C66D-F4FA-4E9CB2C79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RV32im – implemented base unprivileged ISA with multiply extension</a:t>
            </a:r>
          </a:p>
          <a:p>
            <a:pPr lvl="1"/>
            <a:r>
              <a:rPr lang="en-GB" sz="1800" dirty="0"/>
              <a:t>Omitted ‘FENCE’ instructions, ECALL and EBREAK</a:t>
            </a:r>
            <a:endParaRPr lang="en-GB" dirty="0"/>
          </a:p>
          <a:p>
            <a:r>
              <a:rPr lang="en-GB" sz="2400" dirty="0"/>
              <a:t>5-stage pipeline</a:t>
            </a:r>
          </a:p>
          <a:p>
            <a:pPr lvl="1"/>
            <a:r>
              <a:rPr lang="en-GB" sz="1800" dirty="0"/>
              <a:t>Fetch, Decode, Execute, Memory Access, Writeback</a:t>
            </a:r>
          </a:p>
          <a:p>
            <a:pPr lvl="1"/>
            <a:r>
              <a:rPr lang="en-GB" sz="1800" dirty="0"/>
              <a:t>Operand Forwarding - stall only on load-use hazard if enabled</a:t>
            </a:r>
          </a:p>
          <a:p>
            <a:pPr lvl="1"/>
            <a:r>
              <a:rPr lang="en-GB" sz="1800" dirty="0"/>
              <a:t>Otherwise stall for all data hazards</a:t>
            </a:r>
          </a:p>
          <a:p>
            <a:pPr lvl="1"/>
            <a:r>
              <a:rPr lang="en-GB" sz="1800" dirty="0"/>
              <a:t>Pipeline flushing for control hazards</a:t>
            </a:r>
          </a:p>
          <a:p>
            <a:r>
              <a:rPr lang="en-GB" sz="2400" dirty="0"/>
              <a:t>ELF file parsing with ‘</a:t>
            </a:r>
            <a:r>
              <a:rPr lang="en-GB" sz="2400" dirty="0" err="1"/>
              <a:t>elfio</a:t>
            </a:r>
            <a:r>
              <a:rPr lang="en-GB" sz="2400" dirty="0"/>
              <a:t>’ library</a:t>
            </a:r>
          </a:p>
          <a:p>
            <a:pPr lvl="1"/>
            <a:r>
              <a:rPr lang="en-GB" sz="1800" dirty="0"/>
              <a:t>Compiles C programs to RISC-V ELF binary with riscv64-unknown-elf-gcc</a:t>
            </a:r>
          </a:p>
          <a:p>
            <a:r>
              <a:rPr lang="en-GB" sz="2400" dirty="0"/>
              <a:t>TUI interface</a:t>
            </a:r>
          </a:p>
          <a:p>
            <a:pPr lvl="1"/>
            <a:r>
              <a:rPr lang="en-GB" sz="1800" dirty="0"/>
              <a:t>Displays disassembly with instruction pointer for each pipeline stage</a:t>
            </a:r>
          </a:p>
          <a:p>
            <a:pPr lvl="1"/>
            <a:r>
              <a:rPr lang="en-GB" sz="1800" dirty="0"/>
              <a:t>Displays registers and stack, with highlighted changes since the last cycle</a:t>
            </a:r>
          </a:p>
          <a:p>
            <a:endParaRPr lang="en-GB" sz="2400" dirty="0"/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6705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1F96-D8FB-08DF-A9A0-DB15908D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Planned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24E13-0395-29DE-DCE3-B7A5215E2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Superscalar execution</a:t>
            </a:r>
          </a:p>
          <a:p>
            <a:pPr lvl="1"/>
            <a:r>
              <a:rPr lang="en-GB" dirty="0"/>
              <a:t>Begin with 2-wide, later configurable</a:t>
            </a:r>
          </a:p>
          <a:p>
            <a:r>
              <a:rPr lang="en-GB" dirty="0"/>
              <a:t>Branch prediction</a:t>
            </a:r>
          </a:p>
          <a:p>
            <a:pPr lvl="1"/>
            <a:r>
              <a:rPr lang="en-GB" dirty="0"/>
              <a:t>Support for different dynamic algorithms</a:t>
            </a:r>
          </a:p>
          <a:p>
            <a:r>
              <a:rPr lang="en-GB" dirty="0"/>
              <a:t>Reservation stations, reorder buffer &amp; register renaming</a:t>
            </a:r>
          </a:p>
          <a:p>
            <a:pPr lvl="1"/>
            <a:r>
              <a:rPr lang="en-GB" dirty="0"/>
              <a:t>Following Tomasulo’s algorithm</a:t>
            </a:r>
          </a:p>
          <a:p>
            <a:r>
              <a:rPr lang="en-GB" dirty="0"/>
              <a:t>Support for 64-bit instructions (RV64)</a:t>
            </a:r>
          </a:p>
          <a:p>
            <a:r>
              <a:rPr lang="en-GB" dirty="0"/>
              <a:t>Support for floating point instructions (“F” extension)</a:t>
            </a:r>
          </a:p>
          <a:p>
            <a:r>
              <a:rPr lang="en-GB" dirty="0"/>
              <a:t>Support for vector instructions (“V” extension)</a:t>
            </a:r>
          </a:p>
        </p:txBody>
      </p:sp>
    </p:spTree>
    <p:extLst>
      <p:ext uri="{BB962C8B-B14F-4D97-AF65-F5344CB8AC3E}">
        <p14:creationId xmlns:p14="http://schemas.microsoft.com/office/powerpoint/2010/main" val="161254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9CB6-A0A7-FE91-6D85-B95A95B6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Planned Experiments &amp;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DD54-FEBD-CE0D-C565-2E202813A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Performance of branch prediction algorithms</a:t>
            </a:r>
          </a:p>
          <a:p>
            <a:pPr lvl="1"/>
            <a:r>
              <a:rPr lang="en-GB" sz="2000" dirty="0"/>
              <a:t>Compare dynamic algorithms (e.g. one and two-bit saturation counters)</a:t>
            </a:r>
          </a:p>
          <a:p>
            <a:pPr lvl="1"/>
            <a:r>
              <a:rPr lang="en-GB" sz="2000" dirty="0"/>
              <a:t>Compare best dynamic to static not-taken and static taken</a:t>
            </a:r>
          </a:p>
          <a:p>
            <a:r>
              <a:rPr lang="en-GB" sz="2400" dirty="0"/>
              <a:t>Performance uplift of vector operations</a:t>
            </a:r>
          </a:p>
          <a:p>
            <a:pPr lvl="1"/>
            <a:r>
              <a:rPr lang="en-GB" sz="2000" dirty="0"/>
              <a:t>Compare performance across benchmarks with vector extension enabled and disabled</a:t>
            </a:r>
          </a:p>
          <a:p>
            <a:r>
              <a:rPr lang="en-GB" sz="2400" dirty="0"/>
              <a:t>Evaluation of pipeline width across benchmarks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Benchmarks</a:t>
            </a:r>
          </a:p>
          <a:p>
            <a:pPr lvl="1"/>
            <a:r>
              <a:rPr lang="en-GB" sz="2000" dirty="0"/>
              <a:t>Sorting algorithms</a:t>
            </a:r>
          </a:p>
          <a:p>
            <a:pPr lvl="1"/>
            <a:r>
              <a:rPr lang="en-GB" sz="2000" dirty="0"/>
              <a:t>Livermore Loops</a:t>
            </a:r>
          </a:p>
          <a:p>
            <a:pPr lvl="1"/>
            <a:r>
              <a:rPr lang="en-GB" sz="2000" dirty="0"/>
              <a:t>Recursive algorithms</a:t>
            </a:r>
          </a:p>
        </p:txBody>
      </p:sp>
    </p:spTree>
    <p:extLst>
      <p:ext uri="{BB962C8B-B14F-4D97-AF65-F5344CB8AC3E}">
        <p14:creationId xmlns:p14="http://schemas.microsoft.com/office/powerpoint/2010/main" val="419558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215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RISC-V Pipelined Scalar Simulator</vt:lpstr>
      <vt:lpstr>Microarchitecture</vt:lpstr>
      <vt:lpstr>Features</vt:lpstr>
      <vt:lpstr>Planned Improvements</vt:lpstr>
      <vt:lpstr>Planned Experiments &amp; Benchmarks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Cooper</dc:creator>
  <cp:lastModifiedBy>Finn Cooper</cp:lastModifiedBy>
  <cp:revision>37</cp:revision>
  <dcterms:created xsi:type="dcterms:W3CDTF">2026-02-20T10:18:02Z</dcterms:created>
  <dcterms:modified xsi:type="dcterms:W3CDTF">2026-02-20T12:42:03Z</dcterms:modified>
</cp:coreProperties>
</file>